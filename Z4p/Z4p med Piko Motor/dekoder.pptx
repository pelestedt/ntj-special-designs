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94" autoAdjust="0"/>
    <p:restoredTop sz="94660"/>
  </p:normalViewPr>
  <p:slideViewPr>
    <p:cSldViewPr snapToGrid="0">
      <p:cViewPr varScale="1">
        <p:scale>
          <a:sx n="134" d="100"/>
          <a:sy n="134" d="100"/>
        </p:scale>
        <p:origin x="3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BD16C-F579-FB22-BD6F-B521E27079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DFA3CF-84B2-AA6B-80F0-C978B26039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41144-BBAA-421E-A7C6-469495E71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6B1E9-286E-4A1C-89A3-75170CB03AA5}" type="datetimeFigureOut">
              <a:rPr lang="sv-SE" smtClean="0"/>
              <a:t>2026-04-06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2305C-D131-A093-EE32-9004A7FFE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7E8CB-84CA-37F2-0E7C-F7FE02389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974A1-CBE6-4FFA-811D-6ADD6EF40CA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02111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A3778-BBE8-B953-0C0F-4C81BC43B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E809B-0389-E87A-D134-F7EB509FD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27269-EAD5-1380-791D-C9E8FE8E4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6B1E9-286E-4A1C-89A3-75170CB03AA5}" type="datetimeFigureOut">
              <a:rPr lang="sv-SE" smtClean="0"/>
              <a:t>2026-04-06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BC055-26AC-D3F0-E215-0DFDC0E3B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E69BF-4FFF-E2B2-5EC0-82BD37321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974A1-CBE6-4FFA-811D-6ADD6EF40CA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44487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CC8AC-3134-0044-9E98-ED0E38E50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D5F789-E984-AF4E-1B9D-EB825D986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FCFA13-4160-3916-3BD4-9C6CF2379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6B1E9-286E-4A1C-89A3-75170CB03AA5}" type="datetimeFigureOut">
              <a:rPr lang="sv-SE" smtClean="0"/>
              <a:t>2026-04-06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6E04D-1230-EEE4-6F4F-2459A52C1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38109-36E7-537B-1C13-7C889BF61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974A1-CBE6-4FFA-811D-6ADD6EF40CA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4700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3F186-6673-7887-8642-D8DC31DFD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E0D85-58EF-9361-C205-F4DFC53891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A2F683-9CFE-8BF1-54FA-DDD92CAC17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9C1AD6-1335-A6AF-32F0-0141055CB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6B1E9-286E-4A1C-89A3-75170CB03AA5}" type="datetimeFigureOut">
              <a:rPr lang="sv-SE" smtClean="0"/>
              <a:t>2026-04-06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A64681-0CBF-18BB-431D-0158AE8EC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591312-CDF7-A829-F3DB-05F7E64B9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974A1-CBE6-4FFA-811D-6ADD6EF40CA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99191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78683-5031-FB15-7754-A8A051C88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434191-631B-99BC-74DD-9AAA8E2972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35B82D-EE92-16E3-89C8-D573C77D14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35830C-45D9-83F2-DE50-BD1FD8487A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E74F8B-A222-DCF6-6903-CA9714E932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D11E97-2752-3466-20A4-4F0A9F4D5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6B1E9-286E-4A1C-89A3-75170CB03AA5}" type="datetimeFigureOut">
              <a:rPr lang="sv-SE" smtClean="0"/>
              <a:t>2026-04-06</a:t>
            </a:fld>
            <a:endParaRPr lang="sv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250243-5583-B621-3881-D9DB644C9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AAE47B-4D5D-7F08-4C47-26B5E9712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974A1-CBE6-4FFA-811D-6ADD6EF40CA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14287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C97E5-C724-CA28-8B16-0EABBC9CC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14EBD8-78CA-B6AF-BF71-5B74E709A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6B1E9-286E-4A1C-89A3-75170CB03AA5}" type="datetimeFigureOut">
              <a:rPr lang="sv-SE" smtClean="0"/>
              <a:t>2026-04-06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7289DD-C6C6-489D-E04F-D737AE8DE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79D3DA-9682-1A13-A1C3-2483403F8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974A1-CBE6-4FFA-811D-6ADD6EF40CA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33982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8F959F-1B2B-5803-F168-A38F9EB57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6B1E9-286E-4A1C-89A3-75170CB03AA5}" type="datetimeFigureOut">
              <a:rPr lang="sv-SE" smtClean="0"/>
              <a:t>2026-04-06</a:t>
            </a:fld>
            <a:endParaRPr lang="sv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7B0C77-F758-A07A-FB40-DD0C6469A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02AD95-6AA6-85FC-A300-AE572F8C6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974A1-CBE6-4FFA-811D-6ADD6EF40CA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37536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35651-7381-9F97-BE1E-24FB482CD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0615B-F477-E44D-EA58-7BF5E0A00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E4B201-8FE6-777E-711E-203C94F9D1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B278DF-4BE4-6578-C253-35CD79BD1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6B1E9-286E-4A1C-89A3-75170CB03AA5}" type="datetimeFigureOut">
              <a:rPr lang="sv-SE" smtClean="0"/>
              <a:t>2026-04-06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71C31F-EEFD-81A1-E348-7A0A1F2DB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CF014F-3C2D-EDA4-176A-D338D41D0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974A1-CBE6-4FFA-811D-6ADD6EF40CA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99216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B001F-1515-96C2-2595-666107CC8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CBAEF6-0F75-A1CD-60E0-E0C7422936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BB662E-6A3E-8C2B-C9EA-512A5585DA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BA85ED-22E3-1048-8E4F-03CC9C488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6B1E9-286E-4A1C-89A3-75170CB03AA5}" type="datetimeFigureOut">
              <a:rPr lang="sv-SE" smtClean="0"/>
              <a:t>2026-04-06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17FBD4-0022-95E1-C449-85CE894FC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171051-5A98-FBE6-7350-DA9725DCD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974A1-CBE6-4FFA-811D-6ADD6EF40CA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46394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F8435-24C0-D4F6-4EF2-7174CC795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58CB55-6D3B-E9B1-3533-EA0098463C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CE54B-1EFA-141B-967C-E0AE372DE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6B1E9-286E-4A1C-89A3-75170CB03AA5}" type="datetimeFigureOut">
              <a:rPr lang="sv-SE" smtClean="0"/>
              <a:t>2026-04-06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7162F2-A1B1-0259-4786-038BF5B83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DA6167-5016-9A75-D1F1-C4007A23C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974A1-CBE6-4FFA-811D-6ADD6EF40CA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01294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8D954E-B78B-A7FB-1556-9262FD5E54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A63BE9-79DE-E4E0-3E8E-22B3CCF47A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6DF9C3-E8AB-1ABA-BEDE-7B8611CB5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6B1E9-286E-4A1C-89A3-75170CB03AA5}" type="datetimeFigureOut">
              <a:rPr lang="sv-SE" smtClean="0"/>
              <a:t>2026-04-06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E21CBD-4589-8D40-26AE-48D7EB795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92DF7-A9E0-05EA-6E28-78A3B121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974A1-CBE6-4FFA-811D-6ADD6EF40CA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18244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EC3616-C9F4-39B6-548F-1A3682318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1075F-5379-6D2B-3F4E-7010C587C5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21F00-9B14-AD6A-0B24-B169A73456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D6B1E9-286E-4A1C-89A3-75170CB03AA5}" type="datetimeFigureOut">
              <a:rPr lang="sv-SE" smtClean="0"/>
              <a:t>2026-04-06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585D3-36C6-134F-0E1B-BEB13DB4AB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54482-409B-4B69-576B-24A0529546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6974A1-CBE6-4FFA-811D-6ADD6EF40CA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52889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5BB7008-8723-88EB-DCB9-C8FFF7D7EB42}"/>
              </a:ext>
            </a:extLst>
          </p:cNvPr>
          <p:cNvSpPr txBox="1"/>
          <p:nvPr/>
        </p:nvSpPr>
        <p:spPr>
          <a:xfrm>
            <a:off x="8986982" y="743527"/>
            <a:ext cx="3232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1 </a:t>
            </a:r>
          </a:p>
          <a:p>
            <a:r>
              <a:rPr lang="sv-SE" dirty="0"/>
              <a:t>2</a:t>
            </a:r>
          </a:p>
          <a:p>
            <a:r>
              <a:rPr lang="sv-SE" dirty="0"/>
              <a:t>3</a:t>
            </a:r>
          </a:p>
          <a:p>
            <a:r>
              <a:rPr lang="sv-SE" dirty="0"/>
              <a:t>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9E9345-4A19-EB27-1C6F-C5C598D70944}"/>
              </a:ext>
            </a:extLst>
          </p:cNvPr>
          <p:cNvSpPr txBox="1"/>
          <p:nvPr/>
        </p:nvSpPr>
        <p:spPr>
          <a:xfrm>
            <a:off x="8986982" y="2336800"/>
            <a:ext cx="3232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4</a:t>
            </a:r>
          </a:p>
          <a:p>
            <a:r>
              <a:rPr lang="sv-SE" dirty="0"/>
              <a:t>3</a:t>
            </a:r>
          </a:p>
          <a:p>
            <a:r>
              <a:rPr lang="sv-SE" dirty="0"/>
              <a:t>2</a:t>
            </a:r>
          </a:p>
          <a:p>
            <a:r>
              <a:rPr lang="sv-SE" dirty="0"/>
              <a:t>1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E441309-0590-7CB1-157F-B49D7B84E57B}"/>
              </a:ext>
            </a:extLst>
          </p:cNvPr>
          <p:cNvSpPr/>
          <p:nvPr/>
        </p:nvSpPr>
        <p:spPr>
          <a:xfrm>
            <a:off x="8986982" y="683491"/>
            <a:ext cx="290945" cy="1265382"/>
          </a:xfrm>
          <a:custGeom>
            <a:avLst/>
            <a:gdLst>
              <a:gd name="connsiteX0" fmla="*/ 0 w 290945"/>
              <a:gd name="connsiteY0" fmla="*/ 0 h 1265382"/>
              <a:gd name="connsiteX1" fmla="*/ 290945 w 290945"/>
              <a:gd name="connsiteY1" fmla="*/ 0 h 1265382"/>
              <a:gd name="connsiteX2" fmla="*/ 290945 w 290945"/>
              <a:gd name="connsiteY2" fmla="*/ 1265382 h 1265382"/>
              <a:gd name="connsiteX3" fmla="*/ 41563 w 290945"/>
              <a:gd name="connsiteY3" fmla="*/ 1265382 h 126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0945" h="1265382">
                <a:moveTo>
                  <a:pt x="0" y="0"/>
                </a:moveTo>
                <a:lnTo>
                  <a:pt x="290945" y="0"/>
                </a:lnTo>
                <a:lnTo>
                  <a:pt x="290945" y="1265382"/>
                </a:lnTo>
                <a:lnTo>
                  <a:pt x="41563" y="1265382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C5637CA-21AD-130A-8ED6-047C36E905B7}"/>
              </a:ext>
            </a:extLst>
          </p:cNvPr>
          <p:cNvSpPr/>
          <p:nvPr/>
        </p:nvSpPr>
        <p:spPr>
          <a:xfrm rot="10800000">
            <a:off x="9019310" y="2281382"/>
            <a:ext cx="290945" cy="1265382"/>
          </a:xfrm>
          <a:custGeom>
            <a:avLst/>
            <a:gdLst>
              <a:gd name="connsiteX0" fmla="*/ 0 w 290945"/>
              <a:gd name="connsiteY0" fmla="*/ 0 h 1265382"/>
              <a:gd name="connsiteX1" fmla="*/ 290945 w 290945"/>
              <a:gd name="connsiteY1" fmla="*/ 0 h 1265382"/>
              <a:gd name="connsiteX2" fmla="*/ 290945 w 290945"/>
              <a:gd name="connsiteY2" fmla="*/ 1265382 h 1265382"/>
              <a:gd name="connsiteX3" fmla="*/ 41563 w 290945"/>
              <a:gd name="connsiteY3" fmla="*/ 1265382 h 126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0945" h="1265382">
                <a:moveTo>
                  <a:pt x="0" y="0"/>
                </a:moveTo>
                <a:lnTo>
                  <a:pt x="290945" y="0"/>
                </a:lnTo>
                <a:lnTo>
                  <a:pt x="290945" y="1265382"/>
                </a:lnTo>
                <a:lnTo>
                  <a:pt x="41563" y="1265382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5CA387-6CFB-88EA-27EB-4410279D2773}"/>
              </a:ext>
            </a:extLst>
          </p:cNvPr>
          <p:cNvSpPr txBox="1"/>
          <p:nvPr/>
        </p:nvSpPr>
        <p:spPr>
          <a:xfrm>
            <a:off x="6493164" y="508000"/>
            <a:ext cx="431528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1</a:t>
            </a:r>
          </a:p>
          <a:p>
            <a:r>
              <a:rPr lang="sv-SE" dirty="0"/>
              <a:t>2</a:t>
            </a:r>
          </a:p>
          <a:p>
            <a:r>
              <a:rPr lang="sv-SE" dirty="0"/>
              <a:t>3</a:t>
            </a:r>
          </a:p>
          <a:p>
            <a:r>
              <a:rPr lang="sv-SE" dirty="0"/>
              <a:t>4</a:t>
            </a:r>
          </a:p>
          <a:p>
            <a:r>
              <a:rPr lang="sv-SE" dirty="0"/>
              <a:t>5</a:t>
            </a:r>
          </a:p>
          <a:p>
            <a:r>
              <a:rPr lang="sv-SE" dirty="0"/>
              <a:t>6</a:t>
            </a:r>
          </a:p>
          <a:p>
            <a:r>
              <a:rPr lang="sv-SE" dirty="0"/>
              <a:t>7</a:t>
            </a:r>
          </a:p>
          <a:p>
            <a:r>
              <a:rPr lang="sv-SE" dirty="0"/>
              <a:t>8</a:t>
            </a:r>
          </a:p>
          <a:p>
            <a:r>
              <a:rPr lang="sv-SE" dirty="0"/>
              <a:t>9</a:t>
            </a:r>
          </a:p>
          <a:p>
            <a:r>
              <a:rPr lang="sv-SE" dirty="0"/>
              <a:t>10</a:t>
            </a:r>
          </a:p>
          <a:p>
            <a:r>
              <a:rPr lang="sv-SE" dirty="0"/>
              <a:t>11</a:t>
            </a:r>
          </a:p>
          <a:p>
            <a:r>
              <a:rPr lang="sv-SE" dirty="0"/>
              <a:t>12</a:t>
            </a:r>
          </a:p>
          <a:p>
            <a:r>
              <a:rPr lang="sv-SE" dirty="0"/>
              <a:t>13</a:t>
            </a:r>
          </a:p>
          <a:p>
            <a:r>
              <a:rPr lang="sv-SE" dirty="0"/>
              <a:t>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6E8738-2A0A-1A6F-B00E-7B3FB4605950}"/>
              </a:ext>
            </a:extLst>
          </p:cNvPr>
          <p:cNvSpPr txBox="1"/>
          <p:nvPr/>
        </p:nvSpPr>
        <p:spPr>
          <a:xfrm>
            <a:off x="2586182" y="508000"/>
            <a:ext cx="431528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1</a:t>
            </a:r>
          </a:p>
          <a:p>
            <a:r>
              <a:rPr lang="sv-SE" dirty="0"/>
              <a:t>2</a:t>
            </a:r>
          </a:p>
          <a:p>
            <a:r>
              <a:rPr lang="sv-SE" dirty="0"/>
              <a:t>3</a:t>
            </a:r>
          </a:p>
          <a:p>
            <a:r>
              <a:rPr lang="sv-SE" dirty="0"/>
              <a:t>4</a:t>
            </a:r>
          </a:p>
          <a:p>
            <a:r>
              <a:rPr lang="sv-SE" dirty="0"/>
              <a:t>5</a:t>
            </a:r>
          </a:p>
          <a:p>
            <a:r>
              <a:rPr lang="sv-SE" dirty="0"/>
              <a:t>6</a:t>
            </a:r>
          </a:p>
          <a:p>
            <a:r>
              <a:rPr lang="sv-SE" dirty="0"/>
              <a:t>7</a:t>
            </a:r>
          </a:p>
          <a:p>
            <a:r>
              <a:rPr lang="sv-SE" dirty="0"/>
              <a:t>8</a:t>
            </a:r>
          </a:p>
          <a:p>
            <a:r>
              <a:rPr lang="sv-SE" dirty="0"/>
              <a:t>9</a:t>
            </a:r>
          </a:p>
          <a:p>
            <a:r>
              <a:rPr lang="sv-SE" dirty="0"/>
              <a:t>10</a:t>
            </a:r>
          </a:p>
          <a:p>
            <a:r>
              <a:rPr lang="sv-SE" dirty="0"/>
              <a:t>11</a:t>
            </a:r>
          </a:p>
          <a:p>
            <a:r>
              <a:rPr lang="sv-SE" dirty="0"/>
              <a:t>12</a:t>
            </a:r>
          </a:p>
          <a:p>
            <a:r>
              <a:rPr lang="sv-SE" dirty="0"/>
              <a:t>13</a:t>
            </a:r>
          </a:p>
          <a:p>
            <a:r>
              <a:rPr lang="sv-SE" dirty="0"/>
              <a:t>14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1BC49E-4A4C-587E-43E3-5FFA03A63EF2}"/>
              </a:ext>
            </a:extLst>
          </p:cNvPr>
          <p:cNvSpPr txBox="1"/>
          <p:nvPr/>
        </p:nvSpPr>
        <p:spPr>
          <a:xfrm>
            <a:off x="646545" y="803564"/>
            <a:ext cx="683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123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643DF3-53B4-3A94-5AF7-98C887E772BB}"/>
              </a:ext>
            </a:extLst>
          </p:cNvPr>
          <p:cNvSpPr txBox="1"/>
          <p:nvPr/>
        </p:nvSpPr>
        <p:spPr>
          <a:xfrm>
            <a:off x="646545" y="1237673"/>
            <a:ext cx="683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CCD30F-D383-E008-15A4-DEFA12D54671}"/>
              </a:ext>
            </a:extLst>
          </p:cNvPr>
          <p:cNvSpPr txBox="1"/>
          <p:nvPr/>
        </p:nvSpPr>
        <p:spPr>
          <a:xfrm>
            <a:off x="646545" y="1671782"/>
            <a:ext cx="683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C1DDA5-A6A2-9387-B282-1CE3FB1E6986}"/>
              </a:ext>
            </a:extLst>
          </p:cNvPr>
          <p:cNvSpPr txBox="1"/>
          <p:nvPr/>
        </p:nvSpPr>
        <p:spPr>
          <a:xfrm>
            <a:off x="2595419" y="1334655"/>
            <a:ext cx="803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ACB45D-2920-0768-A9C2-CCFE937751B5}"/>
              </a:ext>
            </a:extLst>
          </p:cNvPr>
          <p:cNvSpPr txBox="1"/>
          <p:nvPr/>
        </p:nvSpPr>
        <p:spPr>
          <a:xfrm>
            <a:off x="2895600" y="2184401"/>
            <a:ext cx="1205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400" dirty="0"/>
              <a:t>Aux 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7D0BFA-44EE-4A2C-506F-1D9F394B95BF}"/>
              </a:ext>
            </a:extLst>
          </p:cNvPr>
          <p:cNvSpPr txBox="1"/>
          <p:nvPr/>
        </p:nvSpPr>
        <p:spPr>
          <a:xfrm>
            <a:off x="2895600" y="2729346"/>
            <a:ext cx="1205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400" dirty="0"/>
              <a:t>Aux 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9AAB43-9B39-961B-0AA9-81DDDB7B30AB}"/>
              </a:ext>
            </a:extLst>
          </p:cNvPr>
          <p:cNvSpPr txBox="1"/>
          <p:nvPr/>
        </p:nvSpPr>
        <p:spPr>
          <a:xfrm>
            <a:off x="2895600" y="3001819"/>
            <a:ext cx="1205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400" dirty="0"/>
              <a:t>Aux 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6CD309-CC18-8AAF-178A-FC4DD2F1E6A9}"/>
              </a:ext>
            </a:extLst>
          </p:cNvPr>
          <p:cNvSpPr txBox="1"/>
          <p:nvPr/>
        </p:nvSpPr>
        <p:spPr>
          <a:xfrm>
            <a:off x="2895600" y="3551383"/>
            <a:ext cx="1205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400" dirty="0"/>
              <a:t>Aux 6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A455889-9C44-49D7-631B-267B617AB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8731" y="539557"/>
            <a:ext cx="2039622" cy="381000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7E7CAD7-23BD-C23D-7E6B-A2B74DAD6B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9855" y="447964"/>
            <a:ext cx="1559145" cy="3925770"/>
          </a:xfrm>
          <a:prstGeom prst="rect">
            <a:avLst/>
          </a:prstGeom>
        </p:spPr>
      </p:pic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6B5E3123-7471-1EDB-D6CC-F49894E23473}"/>
              </a:ext>
            </a:extLst>
          </p:cNvPr>
          <p:cNvSpPr/>
          <p:nvPr/>
        </p:nvSpPr>
        <p:spPr>
          <a:xfrm>
            <a:off x="6770255" y="678873"/>
            <a:ext cx="2225963" cy="2152072"/>
          </a:xfrm>
          <a:custGeom>
            <a:avLst/>
            <a:gdLst>
              <a:gd name="connsiteX0" fmla="*/ 0 w 2225963"/>
              <a:gd name="connsiteY0" fmla="*/ 0 h 2152072"/>
              <a:gd name="connsiteX1" fmla="*/ 9236 w 2225963"/>
              <a:gd name="connsiteY1" fmla="*/ 286327 h 2152072"/>
              <a:gd name="connsiteX2" fmla="*/ 1182254 w 2225963"/>
              <a:gd name="connsiteY2" fmla="*/ 286327 h 2152072"/>
              <a:gd name="connsiteX3" fmla="*/ 1182254 w 2225963"/>
              <a:gd name="connsiteY3" fmla="*/ 2152072 h 2152072"/>
              <a:gd name="connsiteX4" fmla="*/ 2225963 w 2225963"/>
              <a:gd name="connsiteY4" fmla="*/ 2152072 h 2152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25963" h="2152072">
                <a:moveTo>
                  <a:pt x="0" y="0"/>
                </a:moveTo>
                <a:lnTo>
                  <a:pt x="9236" y="286327"/>
                </a:lnTo>
                <a:lnTo>
                  <a:pt x="1182254" y="286327"/>
                </a:lnTo>
                <a:lnTo>
                  <a:pt x="1182254" y="2152072"/>
                </a:lnTo>
                <a:lnTo>
                  <a:pt x="2225963" y="2152072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A0849F26-1EC0-81CB-CC34-3F697FE6BBE0}"/>
              </a:ext>
            </a:extLst>
          </p:cNvPr>
          <p:cNvSpPr/>
          <p:nvPr/>
        </p:nvSpPr>
        <p:spPr>
          <a:xfrm>
            <a:off x="6844145" y="1186873"/>
            <a:ext cx="2221346" cy="323272"/>
          </a:xfrm>
          <a:custGeom>
            <a:avLst/>
            <a:gdLst>
              <a:gd name="connsiteX0" fmla="*/ 0 w 2221346"/>
              <a:gd name="connsiteY0" fmla="*/ 36945 h 323272"/>
              <a:gd name="connsiteX1" fmla="*/ 0 w 2221346"/>
              <a:gd name="connsiteY1" fmla="*/ 323272 h 323272"/>
              <a:gd name="connsiteX2" fmla="*/ 1713346 w 2221346"/>
              <a:gd name="connsiteY2" fmla="*/ 323272 h 323272"/>
              <a:gd name="connsiteX3" fmla="*/ 1713346 w 2221346"/>
              <a:gd name="connsiteY3" fmla="*/ 0 h 323272"/>
              <a:gd name="connsiteX4" fmla="*/ 2221346 w 2221346"/>
              <a:gd name="connsiteY4" fmla="*/ 0 h 323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21346" h="323272">
                <a:moveTo>
                  <a:pt x="0" y="36945"/>
                </a:moveTo>
                <a:lnTo>
                  <a:pt x="0" y="323272"/>
                </a:lnTo>
                <a:lnTo>
                  <a:pt x="1713346" y="323272"/>
                </a:lnTo>
                <a:lnTo>
                  <a:pt x="1713346" y="0"/>
                </a:lnTo>
                <a:lnTo>
                  <a:pt x="2221346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42AEAE1A-6022-6C26-A253-8165EBA0A251}"/>
              </a:ext>
            </a:extLst>
          </p:cNvPr>
          <p:cNvSpPr/>
          <p:nvPr/>
        </p:nvSpPr>
        <p:spPr>
          <a:xfrm>
            <a:off x="6825673" y="923636"/>
            <a:ext cx="2193636" cy="868219"/>
          </a:xfrm>
          <a:custGeom>
            <a:avLst/>
            <a:gdLst>
              <a:gd name="connsiteX0" fmla="*/ 0 w 2193636"/>
              <a:gd name="connsiteY0" fmla="*/ 868219 h 868219"/>
              <a:gd name="connsiteX1" fmla="*/ 1422400 w 2193636"/>
              <a:gd name="connsiteY1" fmla="*/ 868219 h 868219"/>
              <a:gd name="connsiteX2" fmla="*/ 1422400 w 2193636"/>
              <a:gd name="connsiteY2" fmla="*/ 0 h 868219"/>
              <a:gd name="connsiteX3" fmla="*/ 2193636 w 2193636"/>
              <a:gd name="connsiteY3" fmla="*/ 0 h 868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93636" h="868219">
                <a:moveTo>
                  <a:pt x="0" y="868219"/>
                </a:moveTo>
                <a:lnTo>
                  <a:pt x="1422400" y="868219"/>
                </a:lnTo>
                <a:lnTo>
                  <a:pt x="1422400" y="0"/>
                </a:lnTo>
                <a:lnTo>
                  <a:pt x="2193636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D71D0DD9-FEB1-C613-9143-49FCAA2F355F}"/>
              </a:ext>
            </a:extLst>
          </p:cNvPr>
          <p:cNvSpPr/>
          <p:nvPr/>
        </p:nvSpPr>
        <p:spPr>
          <a:xfrm>
            <a:off x="6890327" y="1791855"/>
            <a:ext cx="623455" cy="2456872"/>
          </a:xfrm>
          <a:custGeom>
            <a:avLst/>
            <a:gdLst>
              <a:gd name="connsiteX0" fmla="*/ 0 w 623455"/>
              <a:gd name="connsiteY0" fmla="*/ 2456872 h 2456872"/>
              <a:gd name="connsiteX1" fmla="*/ 623455 w 623455"/>
              <a:gd name="connsiteY1" fmla="*/ 2456872 h 2456872"/>
              <a:gd name="connsiteX2" fmla="*/ 623455 w 623455"/>
              <a:gd name="connsiteY2" fmla="*/ 0 h 2456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23455" h="2456872">
                <a:moveTo>
                  <a:pt x="0" y="2456872"/>
                </a:moveTo>
                <a:lnTo>
                  <a:pt x="623455" y="2456872"/>
                </a:lnTo>
                <a:lnTo>
                  <a:pt x="623455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F420C326-E3A1-E333-828C-66C93A6834AF}"/>
              </a:ext>
            </a:extLst>
          </p:cNvPr>
          <p:cNvSpPr/>
          <p:nvPr/>
        </p:nvSpPr>
        <p:spPr>
          <a:xfrm>
            <a:off x="6848764" y="1722582"/>
            <a:ext cx="2193636" cy="1717963"/>
          </a:xfrm>
          <a:custGeom>
            <a:avLst/>
            <a:gdLst>
              <a:gd name="connsiteX0" fmla="*/ 0 w 2193636"/>
              <a:gd name="connsiteY0" fmla="*/ 1717963 h 1717963"/>
              <a:gd name="connsiteX1" fmla="*/ 1625600 w 2193636"/>
              <a:gd name="connsiteY1" fmla="*/ 1704109 h 1717963"/>
              <a:gd name="connsiteX2" fmla="*/ 1625600 w 2193636"/>
              <a:gd name="connsiteY2" fmla="*/ 0 h 1717963"/>
              <a:gd name="connsiteX3" fmla="*/ 2193636 w 2193636"/>
              <a:gd name="connsiteY3" fmla="*/ 0 h 1717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93636" h="1717963">
                <a:moveTo>
                  <a:pt x="0" y="1717963"/>
                </a:moveTo>
                <a:lnTo>
                  <a:pt x="1625600" y="1704109"/>
                </a:lnTo>
                <a:lnTo>
                  <a:pt x="1625600" y="0"/>
                </a:lnTo>
                <a:lnTo>
                  <a:pt x="2193636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AD96697-5F1F-8D21-3CC1-97EA3C3B28CA}"/>
              </a:ext>
            </a:extLst>
          </p:cNvPr>
          <p:cNvSpPr/>
          <p:nvPr/>
        </p:nvSpPr>
        <p:spPr>
          <a:xfrm>
            <a:off x="6816436" y="2881745"/>
            <a:ext cx="387928" cy="544946"/>
          </a:xfrm>
          <a:custGeom>
            <a:avLst/>
            <a:gdLst>
              <a:gd name="connsiteX0" fmla="*/ 0 w 387928"/>
              <a:gd name="connsiteY0" fmla="*/ 0 h 544946"/>
              <a:gd name="connsiteX1" fmla="*/ 387928 w 387928"/>
              <a:gd name="connsiteY1" fmla="*/ 0 h 544946"/>
              <a:gd name="connsiteX2" fmla="*/ 387928 w 387928"/>
              <a:gd name="connsiteY2" fmla="*/ 544946 h 544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7928" h="544946">
                <a:moveTo>
                  <a:pt x="0" y="0"/>
                </a:moveTo>
                <a:lnTo>
                  <a:pt x="387928" y="0"/>
                </a:lnTo>
                <a:lnTo>
                  <a:pt x="387928" y="544946"/>
                </a:lnTo>
              </a:path>
            </a:pathLst>
          </a:cu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E1453114-9412-2C8F-F923-3A6BE17510D0}"/>
              </a:ext>
            </a:extLst>
          </p:cNvPr>
          <p:cNvGrpSpPr/>
          <p:nvPr/>
        </p:nvGrpSpPr>
        <p:grpSpPr>
          <a:xfrm>
            <a:off x="11337636" y="1459346"/>
            <a:ext cx="618837" cy="1422400"/>
            <a:chOff x="11337636" y="729673"/>
            <a:chExt cx="618837" cy="1422400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1CAF827-51CC-DEE3-9DB9-D08508A13E9B}"/>
                </a:ext>
              </a:extLst>
            </p:cNvPr>
            <p:cNvCxnSpPr>
              <a:cxnSpLocks/>
            </p:cNvCxnSpPr>
            <p:nvPr/>
          </p:nvCxnSpPr>
          <p:spPr>
            <a:xfrm>
              <a:off x="11453091" y="729673"/>
              <a:ext cx="19416" cy="1394691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DE2D0681-0B30-042D-6454-DEDA84C1B67D}"/>
                </a:ext>
              </a:extLst>
            </p:cNvPr>
            <p:cNvCxnSpPr>
              <a:cxnSpLocks/>
            </p:cNvCxnSpPr>
            <p:nvPr/>
          </p:nvCxnSpPr>
          <p:spPr>
            <a:xfrm>
              <a:off x="11831782" y="729673"/>
              <a:ext cx="19801" cy="1422400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5D42C6B2-901A-EF22-5546-82AC63586D82}"/>
                </a:ext>
              </a:extLst>
            </p:cNvPr>
            <p:cNvCxnSpPr>
              <a:cxnSpLocks/>
            </p:cNvCxnSpPr>
            <p:nvPr/>
          </p:nvCxnSpPr>
          <p:spPr>
            <a:xfrm>
              <a:off x="11337636" y="928255"/>
              <a:ext cx="618837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42B548A2-64B9-E545-00B1-64342AE9762A}"/>
                </a:ext>
              </a:extLst>
            </p:cNvPr>
            <p:cNvCxnSpPr>
              <a:cxnSpLocks/>
            </p:cNvCxnSpPr>
            <p:nvPr/>
          </p:nvCxnSpPr>
          <p:spPr>
            <a:xfrm>
              <a:off x="11337636" y="1080655"/>
              <a:ext cx="618837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B89E214-0005-5F50-652F-261228F35C14}"/>
                </a:ext>
              </a:extLst>
            </p:cNvPr>
            <p:cNvCxnSpPr>
              <a:cxnSpLocks/>
            </p:cNvCxnSpPr>
            <p:nvPr/>
          </p:nvCxnSpPr>
          <p:spPr>
            <a:xfrm>
              <a:off x="11337636" y="1228437"/>
              <a:ext cx="618837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C201890F-0BF6-2B8F-0F00-7C39C5ED1461}"/>
                </a:ext>
              </a:extLst>
            </p:cNvPr>
            <p:cNvCxnSpPr>
              <a:cxnSpLocks/>
            </p:cNvCxnSpPr>
            <p:nvPr/>
          </p:nvCxnSpPr>
          <p:spPr>
            <a:xfrm>
              <a:off x="11337636" y="1380837"/>
              <a:ext cx="618837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22C30EA-CC8D-ACCA-FC97-012524C58D9B}"/>
                </a:ext>
              </a:extLst>
            </p:cNvPr>
            <p:cNvCxnSpPr>
              <a:cxnSpLocks/>
            </p:cNvCxnSpPr>
            <p:nvPr/>
          </p:nvCxnSpPr>
          <p:spPr>
            <a:xfrm>
              <a:off x="11337636" y="1537855"/>
              <a:ext cx="618837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20E0BE0B-26BD-B1D4-6A87-8FD0CD551AEE}"/>
                </a:ext>
              </a:extLst>
            </p:cNvPr>
            <p:cNvCxnSpPr>
              <a:cxnSpLocks/>
            </p:cNvCxnSpPr>
            <p:nvPr/>
          </p:nvCxnSpPr>
          <p:spPr>
            <a:xfrm>
              <a:off x="11337636" y="1690255"/>
              <a:ext cx="618837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0056F0CF-2911-F006-9972-6E19275128B9}"/>
                </a:ext>
              </a:extLst>
            </p:cNvPr>
            <p:cNvCxnSpPr>
              <a:cxnSpLocks/>
            </p:cNvCxnSpPr>
            <p:nvPr/>
          </p:nvCxnSpPr>
          <p:spPr>
            <a:xfrm>
              <a:off x="11337636" y="1838037"/>
              <a:ext cx="618837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DC9A403D-7724-73ED-F3B7-7E9C1F37B747}"/>
                </a:ext>
              </a:extLst>
            </p:cNvPr>
            <p:cNvCxnSpPr>
              <a:cxnSpLocks/>
            </p:cNvCxnSpPr>
            <p:nvPr/>
          </p:nvCxnSpPr>
          <p:spPr>
            <a:xfrm>
              <a:off x="11337636" y="1990437"/>
              <a:ext cx="618837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0C46A438-E3E1-454E-6D14-370E7EEA5065}"/>
              </a:ext>
            </a:extLst>
          </p:cNvPr>
          <p:cNvSpPr/>
          <p:nvPr/>
        </p:nvSpPr>
        <p:spPr>
          <a:xfrm>
            <a:off x="9342582" y="1205345"/>
            <a:ext cx="2124363" cy="660400"/>
          </a:xfrm>
          <a:custGeom>
            <a:avLst/>
            <a:gdLst>
              <a:gd name="connsiteX0" fmla="*/ 0 w 2124363"/>
              <a:gd name="connsiteY0" fmla="*/ 0 h 660400"/>
              <a:gd name="connsiteX1" fmla="*/ 1283854 w 2124363"/>
              <a:gd name="connsiteY1" fmla="*/ 0 h 660400"/>
              <a:gd name="connsiteX2" fmla="*/ 1283854 w 2124363"/>
              <a:gd name="connsiteY2" fmla="*/ 660400 h 660400"/>
              <a:gd name="connsiteX3" fmla="*/ 2124363 w 2124363"/>
              <a:gd name="connsiteY3" fmla="*/ 660400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4363" h="660400">
                <a:moveTo>
                  <a:pt x="0" y="0"/>
                </a:moveTo>
                <a:lnTo>
                  <a:pt x="1283854" y="0"/>
                </a:lnTo>
                <a:lnTo>
                  <a:pt x="1283854" y="660400"/>
                </a:lnTo>
                <a:lnTo>
                  <a:pt x="2124363" y="66040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D1244A67-153E-B36C-3161-113AEFF7C252}"/>
              </a:ext>
            </a:extLst>
          </p:cNvPr>
          <p:cNvSpPr/>
          <p:nvPr/>
        </p:nvSpPr>
        <p:spPr>
          <a:xfrm flipV="1">
            <a:off x="9342582" y="2475344"/>
            <a:ext cx="2489200" cy="318655"/>
          </a:xfrm>
          <a:custGeom>
            <a:avLst/>
            <a:gdLst>
              <a:gd name="connsiteX0" fmla="*/ 0 w 2489200"/>
              <a:gd name="connsiteY0" fmla="*/ 0 h 581891"/>
              <a:gd name="connsiteX1" fmla="*/ 2258291 w 2489200"/>
              <a:gd name="connsiteY1" fmla="*/ 0 h 581891"/>
              <a:gd name="connsiteX2" fmla="*/ 2258291 w 2489200"/>
              <a:gd name="connsiteY2" fmla="*/ 581891 h 581891"/>
              <a:gd name="connsiteX3" fmla="*/ 2489200 w 2489200"/>
              <a:gd name="connsiteY3" fmla="*/ 581891 h 581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9200" h="581891">
                <a:moveTo>
                  <a:pt x="0" y="0"/>
                </a:moveTo>
                <a:lnTo>
                  <a:pt x="2258291" y="0"/>
                </a:lnTo>
                <a:lnTo>
                  <a:pt x="2258291" y="581891"/>
                </a:lnTo>
                <a:lnTo>
                  <a:pt x="2489200" y="581891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FB7667D6-2792-0C9F-C3F3-F6DF5B995E7E}"/>
              </a:ext>
            </a:extLst>
          </p:cNvPr>
          <p:cNvSpPr/>
          <p:nvPr/>
        </p:nvSpPr>
        <p:spPr>
          <a:xfrm>
            <a:off x="10566400" y="3472873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M</a:t>
            </a: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EBEFB8E-A3C4-BC0E-1384-4D00A9E4AFD4}"/>
              </a:ext>
            </a:extLst>
          </p:cNvPr>
          <p:cNvSpPr/>
          <p:nvPr/>
        </p:nvSpPr>
        <p:spPr>
          <a:xfrm>
            <a:off x="9342581" y="923636"/>
            <a:ext cx="1657927" cy="2544619"/>
          </a:xfrm>
          <a:custGeom>
            <a:avLst/>
            <a:gdLst>
              <a:gd name="connsiteX0" fmla="*/ 0 w 766618"/>
              <a:gd name="connsiteY0" fmla="*/ 0 h 2346037"/>
              <a:gd name="connsiteX1" fmla="*/ 766618 w 766618"/>
              <a:gd name="connsiteY1" fmla="*/ 0 h 2346037"/>
              <a:gd name="connsiteX2" fmla="*/ 766618 w 766618"/>
              <a:gd name="connsiteY2" fmla="*/ 2346037 h 2346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66618" h="2346037">
                <a:moveTo>
                  <a:pt x="0" y="0"/>
                </a:moveTo>
                <a:lnTo>
                  <a:pt x="766618" y="0"/>
                </a:lnTo>
                <a:lnTo>
                  <a:pt x="766618" y="2346037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43B4B81A-4E7E-A804-09FB-8E10859E95A7}"/>
              </a:ext>
            </a:extLst>
          </p:cNvPr>
          <p:cNvSpPr/>
          <p:nvPr/>
        </p:nvSpPr>
        <p:spPr>
          <a:xfrm>
            <a:off x="9370291" y="1750291"/>
            <a:ext cx="1205345" cy="2161309"/>
          </a:xfrm>
          <a:custGeom>
            <a:avLst/>
            <a:gdLst>
              <a:gd name="connsiteX0" fmla="*/ 0 w 1205345"/>
              <a:gd name="connsiteY0" fmla="*/ 0 h 2161309"/>
              <a:gd name="connsiteX1" fmla="*/ 554182 w 1205345"/>
              <a:gd name="connsiteY1" fmla="*/ 0 h 2161309"/>
              <a:gd name="connsiteX2" fmla="*/ 554182 w 1205345"/>
              <a:gd name="connsiteY2" fmla="*/ 2161309 h 2161309"/>
              <a:gd name="connsiteX3" fmla="*/ 1205345 w 1205345"/>
              <a:gd name="connsiteY3" fmla="*/ 2161309 h 2161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05345" h="2161309">
                <a:moveTo>
                  <a:pt x="0" y="0"/>
                </a:moveTo>
                <a:lnTo>
                  <a:pt x="554182" y="0"/>
                </a:lnTo>
                <a:lnTo>
                  <a:pt x="554182" y="2161309"/>
                </a:lnTo>
                <a:lnTo>
                  <a:pt x="1205345" y="2161309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35597C6-ECB0-1AF4-7A79-147204BBF565}"/>
              </a:ext>
            </a:extLst>
          </p:cNvPr>
          <p:cNvSpPr txBox="1"/>
          <p:nvPr/>
        </p:nvSpPr>
        <p:spPr>
          <a:xfrm>
            <a:off x="1681018" y="794327"/>
            <a:ext cx="1297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Ljus bak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7E198E4-E229-67DE-181D-EF830EBE3F62}"/>
              </a:ext>
            </a:extLst>
          </p:cNvPr>
          <p:cNvSpPr txBox="1"/>
          <p:nvPr/>
        </p:nvSpPr>
        <p:spPr>
          <a:xfrm>
            <a:off x="1607127" y="1034473"/>
            <a:ext cx="1297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Ljus fram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EA3D0BD-E623-82D4-08B6-95EC27137BA2}"/>
              </a:ext>
            </a:extLst>
          </p:cNvPr>
          <p:cNvSpPr txBox="1"/>
          <p:nvPr/>
        </p:nvSpPr>
        <p:spPr>
          <a:xfrm>
            <a:off x="1607127" y="1584037"/>
            <a:ext cx="1297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Extra -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8F2F270-67EC-8A73-5BC8-D9D54381A732}"/>
              </a:ext>
            </a:extLst>
          </p:cNvPr>
          <p:cNvSpPr txBox="1"/>
          <p:nvPr/>
        </p:nvSpPr>
        <p:spPr>
          <a:xfrm>
            <a:off x="1607127" y="1884219"/>
            <a:ext cx="1297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Extra -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2329B9F-B996-1806-4B1C-5DCB2E1AA278}"/>
              </a:ext>
            </a:extLst>
          </p:cNvPr>
          <p:cNvSpPr txBox="1"/>
          <p:nvPr/>
        </p:nvSpPr>
        <p:spPr>
          <a:xfrm>
            <a:off x="1607127" y="2152074"/>
            <a:ext cx="1297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Extra -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2D5F870-D9C5-6E5A-4373-E2076DC36B07}"/>
              </a:ext>
            </a:extLst>
          </p:cNvPr>
          <p:cNvSpPr txBox="1"/>
          <p:nvPr/>
        </p:nvSpPr>
        <p:spPr>
          <a:xfrm>
            <a:off x="1607127" y="2706256"/>
            <a:ext cx="1297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Extra -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8888C01-2628-2249-4B4C-DB275F06A6F6}"/>
              </a:ext>
            </a:extLst>
          </p:cNvPr>
          <p:cNvSpPr txBox="1"/>
          <p:nvPr/>
        </p:nvSpPr>
        <p:spPr>
          <a:xfrm>
            <a:off x="1607127" y="2960256"/>
            <a:ext cx="1297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Extra -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F1E9EB0-F927-4D2D-0FBB-1C9D06EFDFDF}"/>
              </a:ext>
            </a:extLst>
          </p:cNvPr>
          <p:cNvSpPr txBox="1"/>
          <p:nvPr/>
        </p:nvSpPr>
        <p:spPr>
          <a:xfrm>
            <a:off x="1607127" y="3514438"/>
            <a:ext cx="1297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Extra -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7515E89-CDE3-B450-811E-B15777F120F2}"/>
              </a:ext>
            </a:extLst>
          </p:cNvPr>
          <p:cNvSpPr txBox="1"/>
          <p:nvPr/>
        </p:nvSpPr>
        <p:spPr>
          <a:xfrm>
            <a:off x="1607127" y="3782293"/>
            <a:ext cx="1297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Extra +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FA80490-08B6-2E97-A6B2-923C1CE13FC6}"/>
              </a:ext>
            </a:extLst>
          </p:cNvPr>
          <p:cNvSpPr txBox="1"/>
          <p:nvPr/>
        </p:nvSpPr>
        <p:spPr>
          <a:xfrm>
            <a:off x="6687127" y="1874984"/>
            <a:ext cx="1297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Extra +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A17AB39-470B-B6DC-C385-5EC603CB3E52}"/>
              </a:ext>
            </a:extLst>
          </p:cNvPr>
          <p:cNvSpPr txBox="1"/>
          <p:nvPr/>
        </p:nvSpPr>
        <p:spPr>
          <a:xfrm>
            <a:off x="6687127" y="2161311"/>
            <a:ext cx="1297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Extra +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ED49F7B-1E1E-8EDC-2C88-E973FF48DDE8}"/>
              </a:ext>
            </a:extLst>
          </p:cNvPr>
          <p:cNvSpPr txBox="1"/>
          <p:nvPr/>
        </p:nvSpPr>
        <p:spPr>
          <a:xfrm>
            <a:off x="6691745" y="2433784"/>
            <a:ext cx="1297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Extra -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3C35786-6AFD-2704-71B5-62E1700EAA13}"/>
              </a:ext>
            </a:extLst>
          </p:cNvPr>
          <p:cNvGrpSpPr/>
          <p:nvPr/>
        </p:nvGrpSpPr>
        <p:grpSpPr>
          <a:xfrm>
            <a:off x="7906327" y="4775200"/>
            <a:ext cx="526473" cy="420255"/>
            <a:chOff x="7906327" y="4775200"/>
            <a:chExt cx="526473" cy="42025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5A6908F2-E81D-846A-B0A4-D1BBEAF6AAFF}"/>
                </a:ext>
              </a:extLst>
            </p:cNvPr>
            <p:cNvSpPr/>
            <p:nvPr/>
          </p:nvSpPr>
          <p:spPr>
            <a:xfrm>
              <a:off x="7906327" y="4775200"/>
              <a:ext cx="526473" cy="18934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70" name="Isosceles Triangle 69">
              <a:extLst>
                <a:ext uri="{FF2B5EF4-FFF2-40B4-BE49-F238E27FC236}">
                  <a16:creationId xmlns:a16="http://schemas.microsoft.com/office/drawing/2014/main" id="{92D144C1-2CEE-10C2-5307-A6D6E75BBD32}"/>
                </a:ext>
              </a:extLst>
            </p:cNvPr>
            <p:cNvSpPr/>
            <p:nvPr/>
          </p:nvSpPr>
          <p:spPr>
            <a:xfrm>
              <a:off x="7938655" y="4798291"/>
              <a:ext cx="475673" cy="397164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B69A132D-16CC-9D69-0295-1CAF094C52AF}"/>
              </a:ext>
            </a:extLst>
          </p:cNvPr>
          <p:cNvSpPr/>
          <p:nvPr/>
        </p:nvSpPr>
        <p:spPr>
          <a:xfrm>
            <a:off x="6885709" y="3689927"/>
            <a:ext cx="1353127" cy="1071418"/>
          </a:xfrm>
          <a:custGeom>
            <a:avLst/>
            <a:gdLst>
              <a:gd name="connsiteX0" fmla="*/ 0 w 1353127"/>
              <a:gd name="connsiteY0" fmla="*/ 0 h 1071418"/>
              <a:gd name="connsiteX1" fmla="*/ 1353127 w 1353127"/>
              <a:gd name="connsiteY1" fmla="*/ 0 h 1071418"/>
              <a:gd name="connsiteX2" fmla="*/ 1353127 w 1353127"/>
              <a:gd name="connsiteY2" fmla="*/ 46182 h 1071418"/>
              <a:gd name="connsiteX3" fmla="*/ 1353127 w 1353127"/>
              <a:gd name="connsiteY3" fmla="*/ 1071418 h 1071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53127" h="1071418">
                <a:moveTo>
                  <a:pt x="0" y="0"/>
                </a:moveTo>
                <a:lnTo>
                  <a:pt x="1353127" y="0"/>
                </a:lnTo>
                <a:lnTo>
                  <a:pt x="1353127" y="46182"/>
                </a:lnTo>
                <a:lnTo>
                  <a:pt x="1353127" y="1071418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C06F3819-1331-D20F-8688-20D092BAAFF9}"/>
              </a:ext>
            </a:extLst>
          </p:cNvPr>
          <p:cNvSpPr/>
          <p:nvPr/>
        </p:nvSpPr>
        <p:spPr>
          <a:xfrm>
            <a:off x="6885709" y="3971636"/>
            <a:ext cx="1200727" cy="1071418"/>
          </a:xfrm>
          <a:custGeom>
            <a:avLst/>
            <a:gdLst>
              <a:gd name="connsiteX0" fmla="*/ 0 w 1353127"/>
              <a:gd name="connsiteY0" fmla="*/ 0 h 1071418"/>
              <a:gd name="connsiteX1" fmla="*/ 1353127 w 1353127"/>
              <a:gd name="connsiteY1" fmla="*/ 0 h 1071418"/>
              <a:gd name="connsiteX2" fmla="*/ 1353127 w 1353127"/>
              <a:gd name="connsiteY2" fmla="*/ 46182 h 1071418"/>
              <a:gd name="connsiteX3" fmla="*/ 1353127 w 1353127"/>
              <a:gd name="connsiteY3" fmla="*/ 1071418 h 1071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53127" h="1071418">
                <a:moveTo>
                  <a:pt x="0" y="0"/>
                </a:moveTo>
                <a:lnTo>
                  <a:pt x="1353127" y="0"/>
                </a:lnTo>
                <a:lnTo>
                  <a:pt x="1353127" y="46182"/>
                </a:lnTo>
                <a:lnTo>
                  <a:pt x="1353127" y="1071418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4EA583B-8CA7-1BE8-FBBB-A6345E82BFF7}"/>
              </a:ext>
            </a:extLst>
          </p:cNvPr>
          <p:cNvSpPr txBox="1"/>
          <p:nvPr/>
        </p:nvSpPr>
        <p:spPr>
          <a:xfrm>
            <a:off x="1607127" y="4059384"/>
            <a:ext cx="1297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SUSI </a:t>
            </a:r>
            <a:r>
              <a:rPr lang="sv-SE" dirty="0" err="1"/>
              <a:t>Cl</a:t>
            </a:r>
            <a:endParaRPr lang="sv-SE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50EF328-2A13-34C0-4004-D67374ADB1F7}"/>
              </a:ext>
            </a:extLst>
          </p:cNvPr>
          <p:cNvSpPr txBox="1"/>
          <p:nvPr/>
        </p:nvSpPr>
        <p:spPr>
          <a:xfrm>
            <a:off x="1607127" y="517238"/>
            <a:ext cx="1297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SUSI </a:t>
            </a:r>
            <a:r>
              <a:rPr lang="sv-SE" dirty="0" err="1"/>
              <a:t>Tx</a:t>
            </a:r>
            <a:endParaRPr lang="sv-SE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9BFEABE-C8A4-F99F-824A-9E0651E311ED}"/>
              </a:ext>
            </a:extLst>
          </p:cNvPr>
          <p:cNvSpPr txBox="1"/>
          <p:nvPr/>
        </p:nvSpPr>
        <p:spPr>
          <a:xfrm>
            <a:off x="1607127" y="2424547"/>
            <a:ext cx="1297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err="1"/>
              <a:t>RRelä</a:t>
            </a:r>
            <a:endParaRPr lang="sv-SE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8B443AC-A49A-954D-8FBD-7CBFCD399B76}"/>
              </a:ext>
            </a:extLst>
          </p:cNvPr>
          <p:cNvSpPr txBox="1"/>
          <p:nvPr/>
        </p:nvSpPr>
        <p:spPr>
          <a:xfrm>
            <a:off x="1607127" y="3237347"/>
            <a:ext cx="1297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err="1"/>
              <a:t>RRelä</a:t>
            </a:r>
            <a:endParaRPr lang="sv-SE" dirty="0"/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4F0811AB-8960-59EB-27E5-FDA99EF19FF3}"/>
              </a:ext>
            </a:extLst>
          </p:cNvPr>
          <p:cNvSpPr/>
          <p:nvPr/>
        </p:nvSpPr>
        <p:spPr>
          <a:xfrm>
            <a:off x="8709891" y="1473200"/>
            <a:ext cx="323273" cy="1611745"/>
          </a:xfrm>
          <a:custGeom>
            <a:avLst/>
            <a:gdLst>
              <a:gd name="connsiteX0" fmla="*/ 295564 w 323273"/>
              <a:gd name="connsiteY0" fmla="*/ 1611745 h 1611745"/>
              <a:gd name="connsiteX1" fmla="*/ 0 w 323273"/>
              <a:gd name="connsiteY1" fmla="*/ 1611745 h 1611745"/>
              <a:gd name="connsiteX2" fmla="*/ 0 w 323273"/>
              <a:gd name="connsiteY2" fmla="*/ 0 h 1611745"/>
              <a:gd name="connsiteX3" fmla="*/ 323273 w 323273"/>
              <a:gd name="connsiteY3" fmla="*/ 0 h 1611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3273" h="1611745">
                <a:moveTo>
                  <a:pt x="295564" y="1611745"/>
                </a:moveTo>
                <a:lnTo>
                  <a:pt x="0" y="1611745"/>
                </a:lnTo>
                <a:lnTo>
                  <a:pt x="0" y="0"/>
                </a:lnTo>
                <a:lnTo>
                  <a:pt x="323273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pic>
        <p:nvPicPr>
          <p:cNvPr id="3" name="Picture 2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5BC3B414-C1A2-8B9E-68C2-509A860135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454" y="4397724"/>
            <a:ext cx="4392614" cy="23634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27313E-8DA0-7FDE-1DC8-2A5F3F183EC9}"/>
              </a:ext>
            </a:extLst>
          </p:cNvPr>
          <p:cNvSpPr txBox="1"/>
          <p:nvPr/>
        </p:nvSpPr>
        <p:spPr>
          <a:xfrm>
            <a:off x="5909733" y="5664200"/>
            <a:ext cx="1960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1 2 3 4 5 6 7 8 9 10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4407F38-F0EF-0721-562E-5AE0918319D1}"/>
              </a:ext>
            </a:extLst>
          </p:cNvPr>
          <p:cNvSpPr/>
          <p:nvPr/>
        </p:nvSpPr>
        <p:spPr>
          <a:xfrm>
            <a:off x="3801533" y="3945467"/>
            <a:ext cx="2404534" cy="1786466"/>
          </a:xfrm>
          <a:custGeom>
            <a:avLst/>
            <a:gdLst>
              <a:gd name="csX0" fmla="*/ 0 w 2404534"/>
              <a:gd name="csY0" fmla="*/ 12700 h 1786466"/>
              <a:gd name="csX1" fmla="*/ 706967 w 2404534"/>
              <a:gd name="csY1" fmla="*/ 0 h 1786466"/>
              <a:gd name="csX2" fmla="*/ 2404534 w 2404534"/>
              <a:gd name="csY2" fmla="*/ 1786466 h 17864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404534" h="1786466">
                <a:moveTo>
                  <a:pt x="0" y="12700"/>
                </a:moveTo>
                <a:lnTo>
                  <a:pt x="706967" y="0"/>
                </a:lnTo>
                <a:lnTo>
                  <a:pt x="2404534" y="1786466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CE1F9F-6BC3-8D12-8833-58959BEEA45F}"/>
              </a:ext>
            </a:extLst>
          </p:cNvPr>
          <p:cNvSpPr txBox="1"/>
          <p:nvPr/>
        </p:nvSpPr>
        <p:spPr>
          <a:xfrm rot="16200000">
            <a:off x="9351717" y="4725601"/>
            <a:ext cx="99713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1  Ljus</a:t>
            </a:r>
          </a:p>
          <a:p>
            <a:r>
              <a:rPr lang="sv-SE" dirty="0"/>
              <a:t>2 </a:t>
            </a:r>
          </a:p>
          <a:p>
            <a:r>
              <a:rPr lang="sv-SE" dirty="0"/>
              <a:t>3 </a:t>
            </a:r>
          </a:p>
          <a:p>
            <a:r>
              <a:rPr lang="sv-SE" dirty="0"/>
              <a:t>4 Räls</a:t>
            </a:r>
          </a:p>
          <a:p>
            <a:r>
              <a:rPr lang="sv-SE" dirty="0"/>
              <a:t>:_;  Räls </a:t>
            </a:r>
            <a:br>
              <a:rPr lang="sv-SE" dirty="0"/>
            </a:br>
            <a:endParaRPr lang="sv-SE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215B7BF-2D69-6387-2524-94B9EAC58B65}"/>
              </a:ext>
            </a:extLst>
          </p:cNvPr>
          <p:cNvSpPr/>
          <p:nvPr/>
        </p:nvSpPr>
        <p:spPr>
          <a:xfrm>
            <a:off x="3729567" y="3149600"/>
            <a:ext cx="2290233" cy="2696633"/>
          </a:xfrm>
          <a:custGeom>
            <a:avLst/>
            <a:gdLst>
              <a:gd name="csX0" fmla="*/ 0 w 2290233"/>
              <a:gd name="csY0" fmla="*/ 0 h 2696633"/>
              <a:gd name="csX1" fmla="*/ 999066 w 2290233"/>
              <a:gd name="csY1" fmla="*/ 402167 h 2696633"/>
              <a:gd name="csX2" fmla="*/ 1198033 w 2290233"/>
              <a:gd name="csY2" fmla="*/ 2353733 h 2696633"/>
              <a:gd name="csX3" fmla="*/ 2290233 w 2290233"/>
              <a:gd name="csY3" fmla="*/ 2696633 h 26966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290233" h="2696633">
                <a:moveTo>
                  <a:pt x="0" y="0"/>
                </a:moveTo>
                <a:lnTo>
                  <a:pt x="999066" y="402167"/>
                </a:lnTo>
                <a:lnTo>
                  <a:pt x="1198033" y="2353733"/>
                </a:lnTo>
                <a:lnTo>
                  <a:pt x="2290233" y="2696633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77E267F4-DCBA-12F2-5FD8-48FB7980607E}"/>
              </a:ext>
            </a:extLst>
          </p:cNvPr>
          <p:cNvSpPr/>
          <p:nvPr/>
        </p:nvSpPr>
        <p:spPr>
          <a:xfrm>
            <a:off x="897467" y="1968500"/>
            <a:ext cx="4859866" cy="626533"/>
          </a:xfrm>
          <a:custGeom>
            <a:avLst/>
            <a:gdLst>
              <a:gd name="csX0" fmla="*/ 0 w 4859866"/>
              <a:gd name="csY0" fmla="*/ 0 h 626533"/>
              <a:gd name="csX1" fmla="*/ 4859866 w 4859866"/>
              <a:gd name="csY1" fmla="*/ 626533 h 62653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859866" h="626533">
                <a:moveTo>
                  <a:pt x="0" y="0"/>
                </a:moveTo>
                <a:lnTo>
                  <a:pt x="4859866" y="626533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4ACF0BF-ADE2-B209-0116-A8DC0C86B568}"/>
              </a:ext>
            </a:extLst>
          </p:cNvPr>
          <p:cNvSpPr txBox="1"/>
          <p:nvPr/>
        </p:nvSpPr>
        <p:spPr>
          <a:xfrm>
            <a:off x="461433" y="2319482"/>
            <a:ext cx="8305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1 Räls</a:t>
            </a:r>
          </a:p>
          <a:p>
            <a:r>
              <a:rPr lang="sv-SE" dirty="0"/>
              <a:t>2 Räls</a:t>
            </a: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43CE4DAA-64C6-65CE-3958-34370F9F7C23}"/>
              </a:ext>
            </a:extLst>
          </p:cNvPr>
          <p:cNvSpPr/>
          <p:nvPr/>
        </p:nvSpPr>
        <p:spPr>
          <a:xfrm>
            <a:off x="2874433" y="1214967"/>
            <a:ext cx="3661834" cy="4445000"/>
          </a:xfrm>
          <a:custGeom>
            <a:avLst/>
            <a:gdLst>
              <a:gd name="csX0" fmla="*/ 0 w 3661834"/>
              <a:gd name="csY0" fmla="*/ 0 h 4445000"/>
              <a:gd name="csX1" fmla="*/ 2070100 w 3661834"/>
              <a:gd name="csY1" fmla="*/ 766233 h 4445000"/>
              <a:gd name="csX2" fmla="*/ 3661834 w 3661834"/>
              <a:gd name="csY2" fmla="*/ 4445000 h 4445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661834" h="4445000">
                <a:moveTo>
                  <a:pt x="0" y="0"/>
                </a:moveTo>
                <a:lnTo>
                  <a:pt x="2070100" y="766233"/>
                </a:lnTo>
                <a:lnTo>
                  <a:pt x="3661834" y="444500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C9ECA0D0-A699-B8C7-2691-DFDDD5F3E0A8}"/>
              </a:ext>
            </a:extLst>
          </p:cNvPr>
          <p:cNvSpPr/>
          <p:nvPr/>
        </p:nvSpPr>
        <p:spPr>
          <a:xfrm>
            <a:off x="2916767" y="939800"/>
            <a:ext cx="3462866" cy="4728633"/>
          </a:xfrm>
          <a:custGeom>
            <a:avLst/>
            <a:gdLst>
              <a:gd name="csX0" fmla="*/ 0 w 3462866"/>
              <a:gd name="csY0" fmla="*/ 0 h 4728633"/>
              <a:gd name="csX1" fmla="*/ 1849966 w 3462866"/>
              <a:gd name="csY1" fmla="*/ 1854200 h 4728633"/>
              <a:gd name="csX2" fmla="*/ 3462866 w 3462866"/>
              <a:gd name="csY2" fmla="*/ 4728633 h 47286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462866" h="4728633">
                <a:moveTo>
                  <a:pt x="0" y="0"/>
                </a:moveTo>
                <a:lnTo>
                  <a:pt x="1849966" y="1854200"/>
                </a:lnTo>
                <a:lnTo>
                  <a:pt x="3462866" y="4728633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BBADD824-8D8B-01D3-13CF-FD21B7593874}"/>
              </a:ext>
            </a:extLst>
          </p:cNvPr>
          <p:cNvSpPr/>
          <p:nvPr/>
        </p:nvSpPr>
        <p:spPr>
          <a:xfrm>
            <a:off x="6527800" y="5181600"/>
            <a:ext cx="389467" cy="516467"/>
          </a:xfrm>
          <a:custGeom>
            <a:avLst/>
            <a:gdLst>
              <a:gd name="csX0" fmla="*/ 0 w 389467"/>
              <a:gd name="csY0" fmla="*/ 461433 h 516467"/>
              <a:gd name="csX1" fmla="*/ 0 w 389467"/>
              <a:gd name="csY1" fmla="*/ 0 h 516467"/>
              <a:gd name="csX2" fmla="*/ 372533 w 389467"/>
              <a:gd name="csY2" fmla="*/ 8467 h 516467"/>
              <a:gd name="csX3" fmla="*/ 389467 w 389467"/>
              <a:gd name="csY3" fmla="*/ 516467 h 516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89467" h="516467">
                <a:moveTo>
                  <a:pt x="0" y="461433"/>
                </a:moveTo>
                <a:lnTo>
                  <a:pt x="0" y="0"/>
                </a:lnTo>
                <a:lnTo>
                  <a:pt x="372533" y="8467"/>
                </a:lnTo>
                <a:lnTo>
                  <a:pt x="389467" y="516467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D14A1BFC-B026-52FC-B254-814F7B05B995}"/>
              </a:ext>
            </a:extLst>
          </p:cNvPr>
          <p:cNvSpPr/>
          <p:nvPr/>
        </p:nvSpPr>
        <p:spPr>
          <a:xfrm>
            <a:off x="6324600" y="4817533"/>
            <a:ext cx="889000" cy="859367"/>
          </a:xfrm>
          <a:custGeom>
            <a:avLst/>
            <a:gdLst>
              <a:gd name="csX0" fmla="*/ 55033 w 889000"/>
              <a:gd name="csY0" fmla="*/ 842434 h 859367"/>
              <a:gd name="csX1" fmla="*/ 0 w 889000"/>
              <a:gd name="csY1" fmla="*/ 0 h 859367"/>
              <a:gd name="csX2" fmla="*/ 867833 w 889000"/>
              <a:gd name="csY2" fmla="*/ 4234 h 859367"/>
              <a:gd name="csX3" fmla="*/ 889000 w 889000"/>
              <a:gd name="csY3" fmla="*/ 859367 h 8593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89000" h="859367">
                <a:moveTo>
                  <a:pt x="55033" y="842434"/>
                </a:moveTo>
                <a:lnTo>
                  <a:pt x="0" y="0"/>
                </a:lnTo>
                <a:lnTo>
                  <a:pt x="867833" y="4234"/>
                </a:lnTo>
                <a:lnTo>
                  <a:pt x="889000" y="859367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8A10226-3DF2-A3CC-5FF3-1230EC04254F}"/>
              </a:ext>
            </a:extLst>
          </p:cNvPr>
          <p:cNvSpPr txBox="1"/>
          <p:nvPr/>
        </p:nvSpPr>
        <p:spPr>
          <a:xfrm>
            <a:off x="723899" y="2946015"/>
            <a:ext cx="830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f10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0C55DB-3CF4-1030-2642-73480AAF0D72}"/>
              </a:ext>
            </a:extLst>
          </p:cNvPr>
          <p:cNvSpPr txBox="1"/>
          <p:nvPr/>
        </p:nvSpPr>
        <p:spPr>
          <a:xfrm rot="16200000">
            <a:off x="6451382" y="5399887"/>
            <a:ext cx="473206" cy="1377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50" dirty="0"/>
              <a:t>Blå</a:t>
            </a:r>
            <a:br>
              <a:rPr lang="sv-SE" sz="1050" dirty="0"/>
            </a:br>
            <a:r>
              <a:rPr lang="sv-SE" sz="1050" dirty="0"/>
              <a:t>Röd</a:t>
            </a:r>
          </a:p>
          <a:p>
            <a:r>
              <a:rPr lang="sv-SE" sz="1050" dirty="0"/>
              <a:t>Gul</a:t>
            </a:r>
            <a:br>
              <a:rPr lang="sv-SE" sz="1050" dirty="0"/>
            </a:br>
            <a:r>
              <a:rPr lang="sv-SE" sz="1050" dirty="0"/>
              <a:t>Grön</a:t>
            </a:r>
            <a:br>
              <a:rPr lang="sv-SE" sz="1050" dirty="0"/>
            </a:br>
            <a:br>
              <a:rPr lang="sv-SE" sz="1050" dirty="0"/>
            </a:br>
            <a:r>
              <a:rPr lang="sv-SE" sz="1050" dirty="0" err="1"/>
              <a:t>Grön</a:t>
            </a:r>
            <a:br>
              <a:rPr lang="sv-SE" sz="1050" dirty="0"/>
            </a:br>
            <a:br>
              <a:rPr lang="sv-SE" sz="1050" dirty="0"/>
            </a:br>
            <a:r>
              <a:rPr lang="sv-SE" sz="1000" dirty="0"/>
              <a:t>Gul</a:t>
            </a:r>
          </a:p>
        </p:txBody>
      </p:sp>
    </p:spTree>
    <p:extLst>
      <p:ext uri="{BB962C8B-B14F-4D97-AF65-F5344CB8AC3E}">
        <p14:creationId xmlns:p14="http://schemas.microsoft.com/office/powerpoint/2010/main" val="486412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EF7D49-4F0A-F177-57A6-D172BE0F94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0620" y="486833"/>
            <a:ext cx="7683063" cy="5690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086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4718</TotalTime>
  <Words>115</Words>
  <Application>Microsoft Office PowerPoint</Application>
  <PresentationFormat>Widescreen</PresentationFormat>
  <Paragraphs>72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Elestedt</dc:creator>
  <cp:lastModifiedBy>Peter Elestedt</cp:lastModifiedBy>
  <cp:revision>3</cp:revision>
  <cp:lastPrinted>2025-01-26T14:03:20Z</cp:lastPrinted>
  <dcterms:created xsi:type="dcterms:W3CDTF">2025-01-26T12:00:52Z</dcterms:created>
  <dcterms:modified xsi:type="dcterms:W3CDTF">2026-04-07T09:46:24Z</dcterms:modified>
</cp:coreProperties>
</file>