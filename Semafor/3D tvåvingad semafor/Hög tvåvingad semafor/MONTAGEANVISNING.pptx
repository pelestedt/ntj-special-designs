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8" autoAdjust="0"/>
    <p:restoredTop sz="94660"/>
  </p:normalViewPr>
  <p:slideViewPr>
    <p:cSldViewPr snapToGrid="0">
      <p:cViewPr varScale="1">
        <p:scale>
          <a:sx n="98" d="100"/>
          <a:sy n="98" d="100"/>
        </p:scale>
        <p:origin x="14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0307-3BD6-E015-A00A-8AB141EF1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2410A-5188-AC83-BDBA-1A3BD7AFD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D1131-DEF1-FB9B-6725-A1E899299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1870-10FD-416C-86B3-9FDC5B65CCFE}" type="datetimeFigureOut">
              <a:rPr lang="sv-SE" smtClean="0"/>
              <a:t>2025-12-21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F7EE5-00FC-BDAB-24A2-124C2EDC9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99F4B-F68C-9D4D-D410-28F4D876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B7FD-3482-4121-9377-4758A6C39FD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8045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F657-C48F-CEBA-7F52-CB7857E02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CA67-2098-73AE-F206-82F532347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FB126-6346-AE04-3497-AB38E4A9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1870-10FD-416C-86B3-9FDC5B65CCFE}" type="datetimeFigureOut">
              <a:rPr lang="sv-SE" smtClean="0"/>
              <a:t>2025-12-21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AE6F6-D6E2-D4D0-B6F8-741211AC6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38980-E0ED-2E78-2211-4CA2BEFA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B7FD-3482-4121-9377-4758A6C39FD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6449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1A973-6B15-E75B-9C7E-75D8861A3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5473F-CFBB-7D83-5106-2AE464985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FEEA3-65AF-E82A-95E7-864BAC82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1870-10FD-416C-86B3-9FDC5B65CCFE}" type="datetimeFigureOut">
              <a:rPr lang="sv-SE" smtClean="0"/>
              <a:t>2025-12-21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AB69B-78A6-EAE6-342A-5A8EE536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D6D17-3AF8-A435-24A9-7FB56C62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B7FD-3482-4121-9377-4758A6C39FD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5775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5D95-930F-414F-FD84-5CC8C2D8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B036A-FE6E-6EAD-ED2A-664AA38B8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60020-7167-EA6E-3FE6-55DB38046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F5E2C-99BF-03F2-1C53-92AE5C70E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1870-10FD-416C-86B3-9FDC5B65CCFE}" type="datetimeFigureOut">
              <a:rPr lang="sv-SE" smtClean="0"/>
              <a:t>2025-12-21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9D225-DACA-66B7-E3F9-2CFEBFBCD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78449-1F5A-24D5-C61A-74E72DBB6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B7FD-3482-4121-9377-4758A6C39FD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2919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087BF-5119-2F69-D462-EFD8F7E6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31F15-015C-2257-01AD-A77EE4954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472B8-BD93-94E8-BFE1-10E63FA00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4E289C-DB9D-4E91-E41D-5B0AD6FC5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782A6F-5F38-6B55-C63A-BDBCBB6CD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3285DD-1A87-4659-E74B-3549968E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1870-10FD-416C-86B3-9FDC5B65CCFE}" type="datetimeFigureOut">
              <a:rPr lang="sv-SE" smtClean="0"/>
              <a:t>2025-12-21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284902-6E95-D67D-E23E-1F95F1D0F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6195BE-1E1E-FEFE-262C-650AC170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B7FD-3482-4121-9377-4758A6C39FD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3183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A063-EEB1-75B7-59F0-2790CC286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CBC95-954C-E4F0-2A70-EDCA8A72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1870-10FD-416C-86B3-9FDC5B65CCFE}" type="datetimeFigureOut">
              <a:rPr lang="sv-SE" smtClean="0"/>
              <a:t>2025-12-21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9285E-6E92-594C-8F2F-6919F18FB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BFA9B-8432-322D-69B3-7B9FE134D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B7FD-3482-4121-9377-4758A6C39FD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871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DEE1AB-6FEE-4DF6-C39F-A2E7F6597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1870-10FD-416C-86B3-9FDC5B65CCFE}" type="datetimeFigureOut">
              <a:rPr lang="sv-SE" smtClean="0"/>
              <a:t>2025-12-21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B0D31-75F0-653B-1959-A13E701B3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A0B51-A7CC-2AED-1ACC-F7A77E33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B7FD-3482-4121-9377-4758A6C39FD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956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ECE0A-9D78-485F-77A5-A9E2DBD0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F0D0B-E413-BE03-6CBB-1E7A3CA5B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8A133-FC05-CA9D-9818-085A11995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0F654-DCCC-71D6-D7C5-89F67006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1870-10FD-416C-86B3-9FDC5B65CCFE}" type="datetimeFigureOut">
              <a:rPr lang="sv-SE" smtClean="0"/>
              <a:t>2025-12-21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25605-21C0-7EE3-2C8F-287706615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3ED1E-EA71-6488-3AC7-4241B726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B7FD-3482-4121-9377-4758A6C39FD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6645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3B131-085E-448A-6A89-242B96A4B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33FC6-B637-0377-2DE1-0A4BB86C6F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C8845-26B2-AE42-854A-4DCC09A7A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7D471-B250-A5D7-1884-BD54B0DE7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1870-10FD-416C-86B3-9FDC5B65CCFE}" type="datetimeFigureOut">
              <a:rPr lang="sv-SE" smtClean="0"/>
              <a:t>2025-12-21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9C4CB-D516-E1A5-83C9-927360512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54E8B-045F-070D-9D65-810EB95F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B7FD-3482-4121-9377-4758A6C39FD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4637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C2FD2-2775-1C83-0BE5-44E8EFC9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0CF3E-3381-854C-8752-292571C30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7C4F1-864F-1120-6FE6-7F4C578C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1870-10FD-416C-86B3-9FDC5B65CCFE}" type="datetimeFigureOut">
              <a:rPr lang="sv-SE" smtClean="0"/>
              <a:t>2025-12-21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A16D1-F6BE-2B1F-CF69-06199E45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CCFAA-492E-7460-873B-0D558CF97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B7FD-3482-4121-9377-4758A6C39FD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7270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D7B7A9-54D2-B057-6CA6-BC07C809F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2DE14-E67A-8624-D560-C70102932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E08EC-767B-D923-4C74-3139A96A8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1870-10FD-416C-86B3-9FDC5B65CCFE}" type="datetimeFigureOut">
              <a:rPr lang="sv-SE" smtClean="0"/>
              <a:t>2025-12-21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4B858-F254-4788-0A2E-C6219891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11B70-B8A0-37E4-71A2-51C5122E0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B7FD-3482-4121-9377-4758A6C39FD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78802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CF4EF-1E22-9052-C60E-384E2B8F4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5D08E-A43B-DAFC-AD8A-A6D4A413A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EB7D2-47BB-0B34-52C6-6C822F6BF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51870-10FD-416C-86B3-9FDC5B65CCFE}" type="datetimeFigureOut">
              <a:rPr lang="sv-SE" smtClean="0"/>
              <a:t>2025-12-21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D3B7C-323F-C9E3-CC8E-F3B86665D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60DC9-7A81-B7BA-2CBF-CDD929D4A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0B7FD-3482-4121-9377-4758A6C39FD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884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rawing of a machine&#10;&#10;AI-generated content may be incorrect.">
            <a:extLst>
              <a:ext uri="{FF2B5EF4-FFF2-40B4-BE49-F238E27FC236}">
                <a16:creationId xmlns:a16="http://schemas.microsoft.com/office/drawing/2014/main" id="{61774991-EB7F-23A9-F416-5958034E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614" y="220491"/>
            <a:ext cx="2627344" cy="2522707"/>
          </a:xfrm>
          <a:prstGeom prst="rect">
            <a:avLst/>
          </a:prstGeom>
        </p:spPr>
      </p:pic>
      <p:pic>
        <p:nvPicPr>
          <p:cNvPr id="9" name="Picture 8" descr="A drawing of a machine&#10;&#10;AI-generated content may be incorrect.">
            <a:extLst>
              <a:ext uri="{FF2B5EF4-FFF2-40B4-BE49-F238E27FC236}">
                <a16:creationId xmlns:a16="http://schemas.microsoft.com/office/drawing/2014/main" id="{AE952ECF-2DDD-9E05-2EDE-1C15DD152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427" y="371985"/>
            <a:ext cx="1969498" cy="1819981"/>
          </a:xfrm>
          <a:prstGeom prst="rect">
            <a:avLst/>
          </a:prstGeom>
        </p:spPr>
      </p:pic>
      <p:pic>
        <p:nvPicPr>
          <p:cNvPr id="11" name="Picture 10" descr="A yellow and red construction crane&#10;&#10;AI-generated content may be incorrect.">
            <a:extLst>
              <a:ext uri="{FF2B5EF4-FFF2-40B4-BE49-F238E27FC236}">
                <a16:creationId xmlns:a16="http://schemas.microsoft.com/office/drawing/2014/main" id="{EBD3DBA8-B96F-B98F-EBC0-E237D55EF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281" y="3172152"/>
            <a:ext cx="2195952" cy="2502316"/>
          </a:xfrm>
          <a:prstGeom prst="rect">
            <a:avLst/>
          </a:prstGeom>
        </p:spPr>
      </p:pic>
      <p:pic>
        <p:nvPicPr>
          <p:cNvPr id="13" name="Picture 12" descr="A yellow and red crane&#10;&#10;AI-generated content may be incorrect.">
            <a:extLst>
              <a:ext uri="{FF2B5EF4-FFF2-40B4-BE49-F238E27FC236}">
                <a16:creationId xmlns:a16="http://schemas.microsoft.com/office/drawing/2014/main" id="{B926150E-F8D4-10F4-1CA5-97C344047C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142" y="97273"/>
            <a:ext cx="2330704" cy="3612205"/>
          </a:xfrm>
          <a:prstGeom prst="rect">
            <a:avLst/>
          </a:prstGeom>
        </p:spPr>
      </p:pic>
      <p:pic>
        <p:nvPicPr>
          <p:cNvPr id="19" name="Picture 18" descr="A close-up of a toy&#10;&#10;AI-generated content may be incorrect.">
            <a:extLst>
              <a:ext uri="{FF2B5EF4-FFF2-40B4-BE49-F238E27FC236}">
                <a16:creationId xmlns:a16="http://schemas.microsoft.com/office/drawing/2014/main" id="{5140A0DB-8B1D-82DB-CBC5-D777D7C7F9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0382" y="2996119"/>
            <a:ext cx="3774332" cy="1935763"/>
          </a:xfrm>
          <a:prstGeom prst="rect">
            <a:avLst/>
          </a:prstGeom>
        </p:spPr>
      </p:pic>
      <p:pic>
        <p:nvPicPr>
          <p:cNvPr id="21" name="Picture 20" descr="A close-up of a toy&#10;&#10;AI-generated content may be incorrect.">
            <a:extLst>
              <a:ext uri="{FF2B5EF4-FFF2-40B4-BE49-F238E27FC236}">
                <a16:creationId xmlns:a16="http://schemas.microsoft.com/office/drawing/2014/main" id="{CDDE3B98-02A2-2E2B-9702-FD3DE3D896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9208" y="3850212"/>
            <a:ext cx="4074776" cy="2375286"/>
          </a:xfrm>
          <a:prstGeom prst="rect">
            <a:avLst/>
          </a:prstGeom>
        </p:spPr>
      </p:pic>
      <p:pic>
        <p:nvPicPr>
          <p:cNvPr id="23" name="Picture 22" descr="A long metal tower with a yellow and grey frame&#10;&#10;AI-generated content may be incorrect.">
            <a:extLst>
              <a:ext uri="{FF2B5EF4-FFF2-40B4-BE49-F238E27FC236}">
                <a16:creationId xmlns:a16="http://schemas.microsoft.com/office/drawing/2014/main" id="{66413497-EA5F-0FC0-8CB0-1DE2AF928E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98316"/>
            <a:ext cx="2171531" cy="5898204"/>
          </a:xfrm>
          <a:prstGeom prst="rect">
            <a:avLst/>
          </a:prstGeom>
        </p:spPr>
      </p:pic>
      <p:pic>
        <p:nvPicPr>
          <p:cNvPr id="5" name="Picture 4" descr="A blue and white machine&#10;&#10;AI-generated content may be incorrect.">
            <a:extLst>
              <a:ext uri="{FF2B5EF4-FFF2-40B4-BE49-F238E27FC236}">
                <a16:creationId xmlns:a16="http://schemas.microsoft.com/office/drawing/2014/main" id="{CDAC4960-A184-B212-F9E0-13011C3C8D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7952" y="4844375"/>
            <a:ext cx="2049548" cy="1794087"/>
          </a:xfrm>
          <a:prstGeom prst="rect">
            <a:avLst/>
          </a:prstGeom>
        </p:spPr>
      </p:pic>
      <p:pic>
        <p:nvPicPr>
          <p:cNvPr id="15" name="Picture 14" descr="A yellow and red machine&#10;&#10;AI-generated content may be incorrect.">
            <a:extLst>
              <a:ext uri="{FF2B5EF4-FFF2-40B4-BE49-F238E27FC236}">
                <a16:creationId xmlns:a16="http://schemas.microsoft.com/office/drawing/2014/main" id="{62F63FAA-3C09-52A6-1CC8-F710E97973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5710" y="233464"/>
            <a:ext cx="3205667" cy="266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0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Elestedt</dc:creator>
  <cp:lastModifiedBy>Peter Elestedt</cp:lastModifiedBy>
  <cp:revision>1</cp:revision>
  <dcterms:created xsi:type="dcterms:W3CDTF">2025-12-21T14:18:02Z</dcterms:created>
  <dcterms:modified xsi:type="dcterms:W3CDTF">2025-12-21T14:42:17Z</dcterms:modified>
</cp:coreProperties>
</file>